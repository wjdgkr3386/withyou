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sldIdLst>
    <p:sldId id="256" r:id="rId2"/>
    <p:sldId id="261" r:id="rId3"/>
    <p:sldId id="257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F77BBAD0-2FD1-4BB3-BED5-B7D4590D3504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TxStyle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TxStyle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>
        <a:fontRef idx="minor">
          <a:scrgbClr r="0" g="0" b="0"/>
        </a:fontRef>
        <a:schemeClr val="accent3"/>
      </a:tcTxStyle>
      <a:tcStyle>
        <a:tcBdr>
          <a:top>
            <a:ln w="6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accent3">
          <a:shade val="40000"/>
        </a:schemeClr>
      </a:tcTxStyle>
      <a:tcStyle>
        <a:tcBdr/>
        <a:fill>
          <a:solidFill>
            <a:schemeClr val="accent3">
              <a:alpha val="40000"/>
            </a:schemeClr>
          </a:solidFill>
        </a:fill>
      </a:tcStyle>
    </a:firstRow>
  </a:tblStyle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5"/>
        <p:guide pos="383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9.xml"  /><Relationship Id="rId11" Type="http://schemas.openxmlformats.org/officeDocument/2006/relationships/slide" Target="slides/slide10.xml"  /><Relationship Id="rId12" Type="http://schemas.openxmlformats.org/officeDocument/2006/relationships/slide" Target="slides/slide11.xml"  /><Relationship Id="rId13" Type="http://schemas.openxmlformats.org/officeDocument/2006/relationships/presProps" Target="presProps.xml"  /><Relationship Id="rId14" Type="http://schemas.openxmlformats.org/officeDocument/2006/relationships/viewProps" Target="viewProps.xml"  /><Relationship Id="rId15" Type="http://schemas.openxmlformats.org/officeDocument/2006/relationships/theme" Target="theme/theme1.xml"  /><Relationship Id="rId16" Type="http://schemas.openxmlformats.org/officeDocument/2006/relationships/tableStyles" Target="tableStyles.xml"  /><Relationship Id="rId2" Type="http://schemas.openxmlformats.org/officeDocument/2006/relationships/slide" Target="slides/slide1.xml"  /><Relationship Id="rId3" Type="http://schemas.openxmlformats.org/officeDocument/2006/relationships/slide" Target="slides/slide2.xml"  /><Relationship Id="rId4" Type="http://schemas.openxmlformats.org/officeDocument/2006/relationships/slide" Target="slides/slide3.xml"  /><Relationship Id="rId5" Type="http://schemas.openxmlformats.org/officeDocument/2006/relationships/slide" Target="slides/slide4.xml"  /><Relationship Id="rId6" Type="http://schemas.openxmlformats.org/officeDocument/2006/relationships/slide" Target="slides/slide5.xml"  /><Relationship Id="rId7" Type="http://schemas.openxmlformats.org/officeDocument/2006/relationships/slide" Target="slides/slide6.xml"  /><Relationship Id="rId8" Type="http://schemas.openxmlformats.org/officeDocument/2006/relationships/slide" Target="slides/slide7.xml"  /><Relationship Id="rId9" Type="http://schemas.openxmlformats.org/officeDocument/2006/relationships/slide" Target="slides/slide8.xml"  /></Relationship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395599"/>
      </p:ext>
    </p:extLst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219469"/>
      </p:ext>
    </p:extLst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6926375"/>
      </p:ext>
    </p:extLst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36573"/>
      </p:ext>
    </p:extLst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020170"/>
      </p:ext>
    </p:extLst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971709"/>
      </p:ext>
    </p:extLst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67353"/>
      </p:ext>
    </p:extLst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041917"/>
      </p:ext>
    </p:extLst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806685"/>
      </p:ext>
    </p:extLst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292359"/>
      </p:ext>
    </p:extLst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855467"/>
      </p:ext>
    </p:extLst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845367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22D86A-5F52-4165-8473-F1B83627758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8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0" y="1199744"/>
            <a:ext cx="12191999" cy="69646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 sz="4000"/>
              <a:t>위드유</a:t>
            </a:r>
            <a:endParaRPr lang="ko-KR" altLang="en-US" sz="4000"/>
          </a:p>
        </p:txBody>
      </p:sp>
      <p:sp>
        <p:nvSpPr>
          <p:cNvPr id="5" name="가로 글상자 4"/>
          <p:cNvSpPr txBox="1"/>
          <p:nvPr/>
        </p:nvSpPr>
        <p:spPr>
          <a:xfrm>
            <a:off x="-1" y="2007667"/>
            <a:ext cx="12192001" cy="51589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 sz="2800"/>
              <a:t>화면정의서</a:t>
            </a:r>
            <a:endParaRPr lang="ko-KR" altLang="en-US" sz="2800"/>
          </a:p>
        </p:txBody>
      </p:sp>
      <p:sp>
        <p:nvSpPr>
          <p:cNvPr id="6" name="가로 글상자 5"/>
          <p:cNvSpPr txBox="1"/>
          <p:nvPr/>
        </p:nvSpPr>
        <p:spPr>
          <a:xfrm>
            <a:off x="1" y="2835815"/>
            <a:ext cx="12191999" cy="36268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xmlns:mc="http://schemas.openxmlformats.org/markup-compatibility/2006" xmlns:hp="http://schemas.haansoft.com/office/presentation/8.0" lang="en-US" b="0" i="0" u="none" strike="noStrike" baseline="0" mc:Ignorable="hp" hp:hslEmbossed="0">
                <a:solidFill>
                  <a:srgbClr val="404040"/>
                </a:solidFill>
                <a:latin typeface="맑은 고딕"/>
                <a:cs typeface="AppleSDGothicNeoL00"/>
              </a:rPr>
              <a:t>수학 학원의 온라인 학습·시험·성적 관리 통합 웹사이트 구축</a:t>
            </a:r>
            <a:endParaRPr lang="ko-KR" altLang="en-US">
              <a:latin typeface="맑은 고딕"/>
            </a:endParaRPr>
          </a:p>
        </p:txBody>
      </p:sp>
      <p:sp>
        <p:nvSpPr>
          <p:cNvPr id="7" name="가로 글상자 6"/>
          <p:cNvSpPr txBox="1"/>
          <p:nvPr/>
        </p:nvSpPr>
        <p:spPr>
          <a:xfrm>
            <a:off x="0" y="5313733"/>
            <a:ext cx="12192000" cy="361262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작성일</a:t>
            </a:r>
            <a:r>
              <a:rPr lang="en-US" altLang="ko-KR"/>
              <a:t>: 2026</a:t>
            </a:r>
            <a:r>
              <a:rPr lang="ko-KR" altLang="en-US"/>
              <a:t>년 </a:t>
            </a:r>
            <a:r>
              <a:rPr lang="en-US" altLang="ko-KR"/>
              <a:t>01</a:t>
            </a:r>
            <a:r>
              <a:rPr lang="ko-KR" altLang="en-US"/>
              <a:t>월 </a:t>
            </a:r>
            <a:r>
              <a:rPr lang="en-US" altLang="ko-KR"/>
              <a:t>06</a:t>
            </a:r>
            <a:r>
              <a:rPr lang="ko-KR" altLang="en-US"/>
              <a:t>일</a:t>
            </a:r>
            <a:endParaRPr lang="ko-KR" altLang="en-US"/>
          </a:p>
        </p:txBody>
      </p:sp>
      <p:pic>
        <p:nvPicPr>
          <p:cNvPr id="9" name="Image 11" descr="preencoded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523551" y="4053597"/>
            <a:ext cx="468143" cy="499353"/>
          </a:xfrm>
          <a:prstGeom prst="rect">
            <a:avLst/>
          </a:prstGeom>
        </p:spPr>
      </p:pic>
      <p:pic>
        <p:nvPicPr>
          <p:cNvPr id="10" name="Image 12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524500" y="4053597"/>
            <a:ext cx="468143" cy="499353"/>
          </a:xfrm>
          <a:prstGeom prst="rect">
            <a:avLst/>
          </a:prstGeom>
        </p:spPr>
      </p:pic>
      <p:pic>
        <p:nvPicPr>
          <p:cNvPr id="11" name="Image 13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474757" y="4053597"/>
            <a:ext cx="374514" cy="499353"/>
          </a:xfrm>
          <a:prstGeom prst="rect">
            <a:avLst/>
          </a:prstGeom>
        </p:spPr>
      </p:pic>
      <p:pic>
        <p:nvPicPr>
          <p:cNvPr id="12" name="Image 14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7372568" y="4053597"/>
            <a:ext cx="421329" cy="499353"/>
          </a:xfrm>
          <a:prstGeom prst="rect">
            <a:avLst/>
          </a:prstGeom>
        </p:spPr>
      </p:pic>
      <p:sp>
        <p:nvSpPr>
          <p:cNvPr id="13" name="Text 3"/>
          <p:cNvSpPr/>
          <p:nvPr/>
        </p:nvSpPr>
        <p:spPr>
          <a:xfrm>
            <a:off x="3756674" y="4507554"/>
            <a:ext cx="2001897" cy="312095"/>
          </a:xfrm>
          <a:prstGeom prst="rect">
            <a:avLst/>
          </a:prstGeom>
          <a:noFill/>
          <a:ln/>
        </p:spPr>
        <p:txBody>
          <a:bodyPr vert="horz" wrap="square" lIns="0" tIns="0" rIns="0" bIns="0" anchor="t"/>
          <a:lstStyle/>
          <a:p>
            <a:pPr marL="0" lvl="0" indent="0" algn="ctr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4b5563"/>
                </a:solidFill>
                <a:latin typeface="ui-sans-serif"/>
                <a:ea typeface="ui-sans-serif"/>
                <a:cs typeface="ui-sans-serif"/>
              </a:rPr>
              <a:t>동네 친구</a:t>
            </a:r>
            <a:endParaRPr lang="en-US" sz="1050"/>
          </a:p>
        </p:txBody>
      </p:sp>
      <p:sp>
        <p:nvSpPr>
          <p:cNvPr id="14" name="Text 4"/>
          <p:cNvSpPr/>
          <p:nvPr/>
        </p:nvSpPr>
        <p:spPr>
          <a:xfrm>
            <a:off x="5186642" y="4507554"/>
            <a:ext cx="1048641" cy="312095"/>
          </a:xfrm>
          <a:prstGeom prst="rect">
            <a:avLst/>
          </a:prstGeom>
          <a:noFill/>
          <a:ln/>
        </p:spPr>
        <p:txBody>
          <a:bodyPr vert="horz" wrap="square" lIns="0" tIns="0" rIns="0" bIns="0" anchor="t"/>
          <a:lstStyle/>
          <a:p>
            <a:pPr marL="0" lvl="0" indent="0" algn="ctr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4b5563"/>
                </a:solidFill>
                <a:latin typeface="ui-sans-serif"/>
                <a:ea typeface="ui-sans-serif"/>
                <a:cs typeface="ui-sans-serif"/>
              </a:rPr>
              <a:t>소통하기</a:t>
            </a:r>
            <a:endParaRPr lang="en-US" sz="1050"/>
          </a:p>
        </p:txBody>
      </p:sp>
      <p:sp>
        <p:nvSpPr>
          <p:cNvPr id="15" name="Text 5"/>
          <p:cNvSpPr/>
          <p:nvPr/>
        </p:nvSpPr>
        <p:spPr>
          <a:xfrm>
            <a:off x="6096000" y="4507554"/>
            <a:ext cx="1132029" cy="312095"/>
          </a:xfrm>
          <a:prstGeom prst="rect">
            <a:avLst/>
          </a:prstGeom>
          <a:noFill/>
          <a:ln/>
        </p:spPr>
        <p:txBody>
          <a:bodyPr vert="horz" wrap="square" lIns="0" tIns="0" rIns="0" bIns="0" anchor="t"/>
          <a:lstStyle/>
          <a:p>
            <a:pPr marL="0" lvl="0" indent="0" algn="ctr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4b5563"/>
                </a:solidFill>
                <a:latin typeface="ui-sans-serif"/>
                <a:ea typeface="ui-sans-serif"/>
                <a:cs typeface="ui-sans-serif"/>
              </a:rPr>
              <a:t>정보 교환</a:t>
            </a:r>
            <a:endParaRPr lang="en-US" sz="1050"/>
          </a:p>
        </p:txBody>
      </p:sp>
      <p:sp>
        <p:nvSpPr>
          <p:cNvPr id="16" name="Text 6"/>
          <p:cNvSpPr/>
          <p:nvPr/>
        </p:nvSpPr>
        <p:spPr>
          <a:xfrm>
            <a:off x="7017218" y="4507554"/>
            <a:ext cx="1132029" cy="312095"/>
          </a:xfrm>
          <a:prstGeom prst="rect">
            <a:avLst/>
          </a:prstGeom>
          <a:noFill/>
          <a:ln/>
        </p:spPr>
        <p:txBody>
          <a:bodyPr vert="horz" wrap="square" lIns="0" tIns="0" rIns="0" bIns="0" anchor="t"/>
          <a:lstStyle/>
          <a:p>
            <a:pPr marL="0" lvl="0" indent="0" algn="ctr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4b5563"/>
                </a:solidFill>
                <a:latin typeface="ui-sans-serif"/>
                <a:ea typeface="ui-sans-serif"/>
                <a:cs typeface="ui-sans-serif"/>
              </a:rPr>
              <a:t>동네 활동</a:t>
            </a:r>
            <a:endParaRPr lang="en-US" sz="1050"/>
          </a:p>
        </p:txBody>
      </p:sp>
    </p:spTree>
    <p:extLst>
      <p:ext uri="{BB962C8B-B14F-4D97-AF65-F5344CB8AC3E}">
        <p14:creationId xmlns:p14="http://schemas.microsoft.com/office/powerpoint/2010/main" val="456582629"/>
      </p:ext>
    </p:extLst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로그인 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7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5" name="가로 글상자 14"/>
          <p:cNvSpPr txBox="1"/>
          <p:nvPr/>
        </p:nvSpPr>
        <p:spPr>
          <a:xfrm>
            <a:off x="372018" y="1898918"/>
            <a:ext cx="5936774" cy="451851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 sz="2400"/>
              <a:t>위드유</a:t>
            </a:r>
            <a:endParaRPr lang="ko-KR" altLang="en-US" sz="2400"/>
          </a:p>
        </p:txBody>
      </p:sp>
      <p:sp>
        <p:nvSpPr>
          <p:cNvPr id="17" name="가로 글상자 16"/>
          <p:cNvSpPr txBox="1"/>
          <p:nvPr/>
        </p:nvSpPr>
        <p:spPr>
          <a:xfrm>
            <a:off x="6957304" y="1584798"/>
            <a:ext cx="4681436" cy="4204497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SCR-001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 </a:t>
            </a:r>
            <a:r>
              <a:rPr lang="ko-KR" altLang="en-US"/>
              <a:t>위드유</a:t>
            </a:r>
            <a:r>
              <a:rPr lang="en-US" altLang="ko-KR"/>
              <a:t> </a:t>
            </a:r>
            <a:r>
              <a:rPr lang="ko-KR" altLang="en-US"/>
              <a:t>메인 화면 이동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로그인 버튼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계정 찾기 이동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회원가입 이동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구글 로그인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카카오 로그인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로그인 성공시 </a:t>
            </a:r>
            <a:r>
              <a:rPr lang="en-US" altLang="ko-KR"/>
              <a:t>:</a:t>
            </a:r>
            <a:r>
              <a:rPr lang="ko-KR" altLang="en-US"/>
              <a:t> 메인 화면 이동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로그인 실패시 </a:t>
            </a:r>
            <a:r>
              <a:rPr lang="en-US" altLang="ko-KR"/>
              <a:t>: </a:t>
            </a:r>
            <a:r>
              <a:rPr lang="ko-KR" altLang="en-US"/>
              <a:t>실패 메시지 표시</a:t>
            </a:r>
            <a:endParaRPr lang="ko-KR" altLang="en-US"/>
          </a:p>
          <a:p>
            <a:pPr lvl="0">
              <a:defRPr/>
            </a:pPr>
            <a:endParaRPr lang="ko-KR" altLang="en-US"/>
          </a:p>
        </p:txBody>
      </p:sp>
      <p:sp>
        <p:nvSpPr>
          <p:cNvPr id="29" name="직사각형 28"/>
          <p:cNvSpPr/>
          <p:nvPr/>
        </p:nvSpPr>
        <p:spPr>
          <a:xfrm>
            <a:off x="1365051" y="2926080"/>
            <a:ext cx="3950709" cy="497286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25" name="가로 글상자 24"/>
          <p:cNvSpPr txBox="1"/>
          <p:nvPr/>
        </p:nvSpPr>
        <p:spPr>
          <a:xfrm>
            <a:off x="372018" y="2977130"/>
            <a:ext cx="5936774" cy="367138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아이디 입력</a:t>
            </a:r>
            <a:endParaRPr lang="ko-KR" altLang="en-US"/>
          </a:p>
        </p:txBody>
      </p:sp>
      <p:sp>
        <p:nvSpPr>
          <p:cNvPr id="31" name="직사각형 30"/>
          <p:cNvSpPr/>
          <p:nvPr/>
        </p:nvSpPr>
        <p:spPr>
          <a:xfrm>
            <a:off x="1365051" y="3595424"/>
            <a:ext cx="3950709" cy="497286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26" name="가로 글상자 25"/>
          <p:cNvSpPr txBox="1"/>
          <p:nvPr/>
        </p:nvSpPr>
        <p:spPr>
          <a:xfrm>
            <a:off x="372018" y="3689073"/>
            <a:ext cx="5936774" cy="367138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비밀번호 입력</a:t>
            </a:r>
            <a:endParaRPr lang="ko-KR" altLang="en-US"/>
          </a:p>
        </p:txBody>
      </p:sp>
      <p:sp>
        <p:nvSpPr>
          <p:cNvPr id="30" name="직사각형 29"/>
          <p:cNvSpPr/>
          <p:nvPr/>
        </p:nvSpPr>
        <p:spPr>
          <a:xfrm>
            <a:off x="1365051" y="4304165"/>
            <a:ext cx="3950709" cy="497286"/>
          </a:xfrm>
          <a:prstGeom prst="rect">
            <a:avLst/>
          </a:prstGeom>
          <a:solidFill>
            <a:srgbClr val="6182d6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>
              <a:ln w="9525">
                <a:solidFill>
                  <a:schemeClr val="lt1"/>
                </a:solidFill>
              </a:ln>
              <a:solidFill>
                <a:schemeClr val="lt1"/>
              </a:solidFill>
            </a:endParaRPr>
          </a:p>
        </p:txBody>
      </p:sp>
      <p:sp>
        <p:nvSpPr>
          <p:cNvPr id="27" name="가로 글상자 26"/>
          <p:cNvSpPr txBox="1"/>
          <p:nvPr/>
        </p:nvSpPr>
        <p:spPr>
          <a:xfrm>
            <a:off x="372018" y="4369239"/>
            <a:ext cx="5936774" cy="367138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>
                <a:ln w="9525">
                  <a:solidFill>
                    <a:schemeClr val="lt1"/>
                  </a:solidFill>
                </a:ln>
                <a:solidFill>
                  <a:schemeClr val="lt1"/>
                </a:solidFill>
              </a:rPr>
              <a:t>로그인</a:t>
            </a:r>
            <a:endParaRPr lang="ko-KR" altLang="en-US">
              <a:ln w="9525">
                <a:solidFill>
                  <a:schemeClr val="lt1"/>
                </a:solidFill>
              </a:ln>
              <a:solidFill>
                <a:schemeClr val="lt1"/>
              </a:solidFill>
            </a:endParaRPr>
          </a:p>
        </p:txBody>
      </p:sp>
      <p:sp>
        <p:nvSpPr>
          <p:cNvPr id="28" name="가로 글상자 27"/>
          <p:cNvSpPr txBox="1"/>
          <p:nvPr/>
        </p:nvSpPr>
        <p:spPr>
          <a:xfrm>
            <a:off x="372018" y="4881158"/>
            <a:ext cx="5936774" cy="367138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계정찾기                </a:t>
            </a:r>
            <a:r>
              <a:rPr lang="en-US" altLang="ko-KR"/>
              <a:t>|</a:t>
            </a:r>
            <a:r>
              <a:rPr lang="ko-KR" altLang="en-US"/>
              <a:t>                 회원가입</a:t>
            </a:r>
            <a:endParaRPr lang="ko-KR" altLang="en-US"/>
          </a:p>
        </p:txBody>
      </p:sp>
      <p:sp>
        <p:nvSpPr>
          <p:cNvPr id="32" name="가로 글상자 31"/>
          <p:cNvSpPr txBox="1"/>
          <p:nvPr/>
        </p:nvSpPr>
        <p:spPr>
          <a:xfrm>
            <a:off x="372018" y="5369892"/>
            <a:ext cx="5936774" cy="362253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또는</a:t>
            </a:r>
            <a:endParaRPr lang="ko-KR" altLang="en-US"/>
          </a:p>
        </p:txBody>
      </p:sp>
      <p:cxnSp>
        <p:nvCxnSpPr>
          <p:cNvPr id="33" name="선 32"/>
          <p:cNvCxnSpPr/>
          <p:nvPr/>
        </p:nvCxnSpPr>
        <p:spPr>
          <a:xfrm>
            <a:off x="1365050" y="5549904"/>
            <a:ext cx="154921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선 34"/>
          <p:cNvCxnSpPr/>
          <p:nvPr/>
        </p:nvCxnSpPr>
        <p:spPr>
          <a:xfrm>
            <a:off x="3659880" y="5549904"/>
            <a:ext cx="165587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가로 글상자 35"/>
          <p:cNvSpPr txBox="1"/>
          <p:nvPr/>
        </p:nvSpPr>
        <p:spPr>
          <a:xfrm>
            <a:off x="372018" y="5840649"/>
            <a:ext cx="5936774" cy="358221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구글로 로그인</a:t>
            </a:r>
            <a:endParaRPr lang="ko-KR" altLang="en-US"/>
          </a:p>
        </p:txBody>
      </p:sp>
      <p:sp>
        <p:nvSpPr>
          <p:cNvPr id="37" name="가로 글상자 36"/>
          <p:cNvSpPr txBox="1"/>
          <p:nvPr/>
        </p:nvSpPr>
        <p:spPr>
          <a:xfrm>
            <a:off x="372018" y="6242401"/>
            <a:ext cx="5936774" cy="366044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카카오로 로그인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967889"/>
      </p:ext>
    </p:extLst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회원가입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8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7" name="가로 글상자 16"/>
          <p:cNvSpPr txBox="1"/>
          <p:nvPr/>
        </p:nvSpPr>
        <p:spPr>
          <a:xfrm>
            <a:off x="6957304" y="1584798"/>
            <a:ext cx="4681436" cy="3109122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SCR-002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 </a:t>
            </a:r>
            <a:r>
              <a:rPr lang="ko-KR" altLang="en-US"/>
              <a:t>전화번호 인증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회원가입 버튼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유효성 체크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회원가입 성공 </a:t>
            </a:r>
            <a:r>
              <a:rPr lang="en-US" altLang="ko-KR"/>
              <a:t>:</a:t>
            </a:r>
            <a:r>
              <a:rPr lang="ko-KR" altLang="en-US"/>
              <a:t> 로그인 화면 이동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회원가입 실패 </a:t>
            </a:r>
            <a:r>
              <a:rPr lang="en-US" altLang="ko-KR"/>
              <a:t>:</a:t>
            </a:r>
            <a:r>
              <a:rPr lang="ko-KR" altLang="en-US"/>
              <a:t> 실패 메시지 표시</a:t>
            </a:r>
            <a:endParaRPr lang="ko-KR" altLang="en-US"/>
          </a:p>
        </p:txBody>
      </p:sp>
      <p:sp>
        <p:nvSpPr>
          <p:cNvPr id="19" name="가로 글상자 18"/>
          <p:cNvSpPr txBox="1"/>
          <p:nvPr/>
        </p:nvSpPr>
        <p:spPr>
          <a:xfrm>
            <a:off x="969864" y="2354904"/>
            <a:ext cx="4741082" cy="3110541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u="sng"/>
              <a:t>이름 입력</a:t>
            </a:r>
            <a:endParaRPr lang="ko-KR" altLang="en-US" u="sng"/>
          </a:p>
          <a:p>
            <a:pPr lvl="0">
              <a:defRPr/>
            </a:pPr>
            <a:endParaRPr lang="ko-KR" altLang="en-US" u="sng"/>
          </a:p>
          <a:p>
            <a:pPr lvl="0">
              <a:defRPr/>
            </a:pPr>
            <a:r>
              <a:rPr lang="ko-KR" altLang="en-US" u="sng"/>
              <a:t>아이디 입력</a:t>
            </a:r>
            <a:endParaRPr lang="ko-KR" altLang="en-US" u="sng"/>
          </a:p>
          <a:p>
            <a:pPr lvl="0">
              <a:defRPr/>
            </a:pPr>
            <a:endParaRPr lang="ko-KR" altLang="en-US" u="sng"/>
          </a:p>
          <a:p>
            <a:pPr lvl="0">
              <a:defRPr/>
            </a:pPr>
            <a:r>
              <a:rPr lang="ko-KR" altLang="en-US" u="sng"/>
              <a:t>비밀번호 입력</a:t>
            </a:r>
            <a:endParaRPr lang="ko-KR" altLang="en-US" u="sng"/>
          </a:p>
          <a:p>
            <a:pPr lvl="0">
              <a:defRPr/>
            </a:pPr>
            <a:endParaRPr lang="ko-KR" altLang="en-US" u="sng"/>
          </a:p>
          <a:p>
            <a:pPr lvl="0">
              <a:defRPr/>
            </a:pPr>
            <a:r>
              <a:rPr lang="ko-KR" altLang="en-US" u="sng"/>
              <a:t>비밀번호 확인</a:t>
            </a:r>
            <a:endParaRPr lang="ko-KR" altLang="en-US" u="sng"/>
          </a:p>
          <a:p>
            <a:pPr lvl="0">
              <a:defRPr/>
            </a:pPr>
            <a:endParaRPr lang="ko-KR" altLang="en-US" u="sng"/>
          </a:p>
          <a:p>
            <a:pPr lvl="0">
              <a:defRPr/>
            </a:pPr>
            <a:r>
              <a:rPr lang="ko-KR" altLang="en-US" u="sng"/>
              <a:t>전화번호 입력</a:t>
            </a:r>
            <a:endParaRPr lang="ko-KR" altLang="en-US" u="sng"/>
          </a:p>
          <a:p>
            <a:pPr lvl="0">
              <a:defRPr/>
            </a:pPr>
            <a:endParaRPr lang="ko-KR" altLang="en-US" u="sng"/>
          </a:p>
          <a:p>
            <a:pPr lvl="0">
              <a:defRPr/>
            </a:pPr>
            <a:r>
              <a:rPr lang="ko-KR" altLang="en-US" u="sng"/>
              <a:t>이메일 입력 </a:t>
            </a:r>
            <a:r>
              <a:rPr lang="en-US" altLang="ko-KR" u="sng"/>
              <a:t>(</a:t>
            </a:r>
            <a:r>
              <a:rPr lang="ko-KR" altLang="en-US" u="sng"/>
              <a:t>선택</a:t>
            </a:r>
            <a:r>
              <a:rPr lang="en-US" altLang="ko-KR" u="sng"/>
              <a:t>)</a:t>
            </a:r>
            <a:endParaRPr lang="ko-KR" altLang="en-US" u="sng"/>
          </a:p>
        </p:txBody>
      </p:sp>
      <p:sp>
        <p:nvSpPr>
          <p:cNvPr id="20" name="가로 글상자 19"/>
          <p:cNvSpPr txBox="1"/>
          <p:nvPr/>
        </p:nvSpPr>
        <p:spPr>
          <a:xfrm>
            <a:off x="969864" y="5617723"/>
            <a:ext cx="4741083" cy="359640"/>
          </a:xfrm>
          <a:prstGeom prst="rect">
            <a:avLst/>
          </a:prstGeom>
          <a:solidFill>
            <a:srgbClr val="6182d6"/>
          </a:solidFill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>
                <a:ln w="9525">
                  <a:solidFill>
                    <a:schemeClr val="lt1"/>
                  </a:solidFill>
                </a:ln>
                <a:solidFill>
                  <a:schemeClr val="lt1"/>
                </a:solidFill>
              </a:rPr>
              <a:t>회원가입</a:t>
            </a:r>
            <a:endParaRPr lang="ko-KR" altLang="en-US">
              <a:ln w="9525">
                <a:solidFill>
                  <a:schemeClr val="lt1"/>
                </a:solidFill>
              </a:ln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6232164"/>
      </p:ext>
    </p:extLst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계정찾기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8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7" name="가로 글상자 16"/>
          <p:cNvSpPr txBox="1"/>
          <p:nvPr/>
        </p:nvSpPr>
        <p:spPr>
          <a:xfrm>
            <a:off x="6734378" y="1584798"/>
            <a:ext cx="5228616" cy="4204497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SCR-003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 </a:t>
            </a:r>
            <a:r>
              <a:rPr lang="ko-KR" altLang="en-US"/>
              <a:t>아이디 찾기 </a:t>
            </a:r>
            <a:r>
              <a:rPr lang="en-US" altLang="ko-KR"/>
              <a:t>: </a:t>
            </a:r>
            <a:r>
              <a:rPr lang="ko-KR" altLang="en-US"/>
              <a:t>전화번호로 찾기 버튼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아이디 찾기 </a:t>
            </a:r>
            <a:r>
              <a:rPr lang="en-US" altLang="ko-KR"/>
              <a:t>: </a:t>
            </a:r>
            <a:r>
              <a:rPr lang="ko-KR" altLang="en-US"/>
              <a:t>인증번호 확인 버튼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비밀번호 찾기 </a:t>
            </a:r>
            <a:r>
              <a:rPr lang="en-US" altLang="ko-KR"/>
              <a:t>: </a:t>
            </a:r>
            <a:r>
              <a:rPr lang="ko-KR" altLang="en-US"/>
              <a:t>아이디</a:t>
            </a:r>
            <a:r>
              <a:rPr lang="en-US" altLang="ko-KR"/>
              <a:t>,</a:t>
            </a:r>
            <a:r>
              <a:rPr lang="ko-KR" altLang="en-US"/>
              <a:t> 전화번호로 아이디 찾기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비밀번호 찾기 </a:t>
            </a:r>
            <a:r>
              <a:rPr lang="en-US" altLang="ko-KR"/>
              <a:t>: </a:t>
            </a:r>
            <a:r>
              <a:rPr lang="ko-KR" altLang="en-US"/>
              <a:t>인증번호 확인 버튼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로그인 화면 이동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아이디 찾기 성공 </a:t>
            </a:r>
            <a:r>
              <a:rPr lang="en-US" altLang="ko-KR"/>
              <a:t>: </a:t>
            </a:r>
            <a:r>
              <a:rPr lang="ko-KR" altLang="en-US"/>
              <a:t>아이디 표시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아이디 찾기 실패 </a:t>
            </a:r>
            <a:r>
              <a:rPr lang="en-US" altLang="ko-KR"/>
              <a:t>: </a:t>
            </a:r>
            <a:r>
              <a:rPr lang="ko-KR" altLang="en-US"/>
              <a:t>실패 메시지 표시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비밀번호 찾기 성공 </a:t>
            </a:r>
            <a:r>
              <a:rPr lang="en-US" altLang="ko-KR"/>
              <a:t>: </a:t>
            </a:r>
            <a:r>
              <a:rPr lang="ko-KR" altLang="en-US"/>
              <a:t>비밀번호 표시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비밀번호 찾기 실패 </a:t>
            </a:r>
            <a:r>
              <a:rPr lang="en-US" altLang="ko-KR"/>
              <a:t>: </a:t>
            </a:r>
            <a:r>
              <a:rPr lang="ko-KR" altLang="en-US"/>
              <a:t>실패 메시지 표시</a:t>
            </a:r>
            <a:endParaRPr lang="ko-KR" altLang="en-US"/>
          </a:p>
        </p:txBody>
      </p:sp>
      <p:sp>
        <p:nvSpPr>
          <p:cNvPr id="21" name="가로 글상자 20"/>
          <p:cNvSpPr txBox="1"/>
          <p:nvPr/>
        </p:nvSpPr>
        <p:spPr>
          <a:xfrm>
            <a:off x="372018" y="2091446"/>
            <a:ext cx="5936774" cy="364099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아이디 찾기</a:t>
            </a:r>
            <a:endParaRPr lang="ko-KR" altLang="en-US"/>
          </a:p>
        </p:txBody>
      </p:sp>
      <p:sp>
        <p:nvSpPr>
          <p:cNvPr id="22" name="가로 글상자 21"/>
          <p:cNvSpPr txBox="1"/>
          <p:nvPr/>
        </p:nvSpPr>
        <p:spPr>
          <a:xfrm>
            <a:off x="372018" y="2602472"/>
            <a:ext cx="5936774" cy="361018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전화번호 입력</a:t>
            </a:r>
            <a:endParaRPr lang="ko-KR" altLang="en-US"/>
          </a:p>
        </p:txBody>
      </p:sp>
      <p:sp>
        <p:nvSpPr>
          <p:cNvPr id="23" name="가로 글상자 22"/>
          <p:cNvSpPr txBox="1"/>
          <p:nvPr/>
        </p:nvSpPr>
        <p:spPr>
          <a:xfrm>
            <a:off x="372018" y="2958850"/>
            <a:ext cx="5936774" cy="36347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endParaRPr lang="ko-KR" altLang="en-US"/>
          </a:p>
        </p:txBody>
      </p:sp>
      <p:sp>
        <p:nvSpPr>
          <p:cNvPr id="24" name="가로 글상자 23"/>
          <p:cNvSpPr txBox="1"/>
          <p:nvPr/>
        </p:nvSpPr>
        <p:spPr>
          <a:xfrm>
            <a:off x="4303614" y="2600020"/>
            <a:ext cx="779087" cy="36035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찾기</a:t>
            </a:r>
            <a:endParaRPr lang="ko-KR" altLang="en-US"/>
          </a:p>
        </p:txBody>
      </p:sp>
      <p:cxnSp>
        <p:nvCxnSpPr>
          <p:cNvPr id="25" name="선 24"/>
          <p:cNvCxnSpPr/>
          <p:nvPr/>
        </p:nvCxnSpPr>
        <p:spPr>
          <a:xfrm>
            <a:off x="1120707" y="2450478"/>
            <a:ext cx="461052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가로 글상자 25"/>
          <p:cNvSpPr txBox="1"/>
          <p:nvPr/>
        </p:nvSpPr>
        <p:spPr>
          <a:xfrm>
            <a:off x="372018" y="2963490"/>
            <a:ext cx="5936774" cy="35883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인증번호 입력</a:t>
            </a:r>
            <a:endParaRPr lang="ko-KR" altLang="en-US"/>
          </a:p>
        </p:txBody>
      </p:sp>
      <p:sp>
        <p:nvSpPr>
          <p:cNvPr id="27" name="가로 글상자 26"/>
          <p:cNvSpPr txBox="1"/>
          <p:nvPr/>
        </p:nvSpPr>
        <p:spPr>
          <a:xfrm>
            <a:off x="4303614" y="2963490"/>
            <a:ext cx="779087" cy="36035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확인</a:t>
            </a:r>
            <a:endParaRPr lang="ko-KR" altLang="en-US"/>
          </a:p>
        </p:txBody>
      </p:sp>
      <p:sp>
        <p:nvSpPr>
          <p:cNvPr id="28" name="가로 글상자 27"/>
          <p:cNvSpPr txBox="1"/>
          <p:nvPr/>
        </p:nvSpPr>
        <p:spPr>
          <a:xfrm>
            <a:off x="372018" y="3913194"/>
            <a:ext cx="5936774" cy="361626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비밀번호 찾기</a:t>
            </a:r>
            <a:endParaRPr lang="ko-KR" altLang="en-US"/>
          </a:p>
        </p:txBody>
      </p:sp>
      <p:sp>
        <p:nvSpPr>
          <p:cNvPr id="29" name="가로 글상자 28"/>
          <p:cNvSpPr txBox="1"/>
          <p:nvPr/>
        </p:nvSpPr>
        <p:spPr>
          <a:xfrm>
            <a:off x="372018" y="4424221"/>
            <a:ext cx="5936774" cy="364949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아이디 입력</a:t>
            </a:r>
            <a:endParaRPr lang="ko-KR" altLang="en-US"/>
          </a:p>
        </p:txBody>
      </p:sp>
      <p:sp>
        <p:nvSpPr>
          <p:cNvPr id="30" name="가로 글상자 29"/>
          <p:cNvSpPr txBox="1"/>
          <p:nvPr/>
        </p:nvSpPr>
        <p:spPr>
          <a:xfrm>
            <a:off x="372018" y="4780598"/>
            <a:ext cx="5936774" cy="36347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endParaRPr lang="ko-KR" altLang="en-US"/>
          </a:p>
        </p:txBody>
      </p:sp>
      <p:sp>
        <p:nvSpPr>
          <p:cNvPr id="31" name="가로 글상자 30"/>
          <p:cNvSpPr txBox="1"/>
          <p:nvPr/>
        </p:nvSpPr>
        <p:spPr>
          <a:xfrm>
            <a:off x="4303614" y="4780597"/>
            <a:ext cx="779087" cy="36035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찾기</a:t>
            </a:r>
            <a:endParaRPr lang="ko-KR" altLang="en-US"/>
          </a:p>
        </p:txBody>
      </p:sp>
      <p:cxnSp>
        <p:nvCxnSpPr>
          <p:cNvPr id="32" name="선 31"/>
          <p:cNvCxnSpPr/>
          <p:nvPr/>
        </p:nvCxnSpPr>
        <p:spPr>
          <a:xfrm>
            <a:off x="1120707" y="4272226"/>
            <a:ext cx="461052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가로 글상자 32"/>
          <p:cNvSpPr txBox="1"/>
          <p:nvPr/>
        </p:nvSpPr>
        <p:spPr>
          <a:xfrm>
            <a:off x="372018" y="4785238"/>
            <a:ext cx="5936774" cy="365882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전화번호 입력</a:t>
            </a:r>
            <a:endParaRPr lang="ko-KR" altLang="en-US"/>
          </a:p>
        </p:txBody>
      </p:sp>
      <p:sp>
        <p:nvSpPr>
          <p:cNvPr id="34" name="가로 글상자 33"/>
          <p:cNvSpPr txBox="1"/>
          <p:nvPr/>
        </p:nvSpPr>
        <p:spPr>
          <a:xfrm>
            <a:off x="4303614" y="5144068"/>
            <a:ext cx="779087" cy="36035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확인</a:t>
            </a:r>
            <a:endParaRPr lang="ko-KR" altLang="en-US"/>
          </a:p>
        </p:txBody>
      </p:sp>
      <p:sp>
        <p:nvSpPr>
          <p:cNvPr id="35" name="가로 글상자 34"/>
          <p:cNvSpPr txBox="1"/>
          <p:nvPr/>
        </p:nvSpPr>
        <p:spPr>
          <a:xfrm>
            <a:off x="372018" y="5145589"/>
            <a:ext cx="5936774" cy="35883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인증번호 입력</a:t>
            </a:r>
            <a:endParaRPr lang="ko-KR" altLang="en-US"/>
          </a:p>
        </p:txBody>
      </p:sp>
      <p:sp>
        <p:nvSpPr>
          <p:cNvPr id="36" name="가로 글상자 35"/>
          <p:cNvSpPr txBox="1"/>
          <p:nvPr/>
        </p:nvSpPr>
        <p:spPr>
          <a:xfrm>
            <a:off x="372018" y="5921712"/>
            <a:ext cx="5936774" cy="360654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로그인으로 이동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2907368"/>
      </p:ext>
    </p:extLst>
  </p:cSld>
  <p:clrMapOvr>
    <a:masterClrMapping/>
  </p:clrMapOvr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메인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8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7" name="가로 글상자 16"/>
          <p:cNvSpPr txBox="1"/>
          <p:nvPr/>
        </p:nvSpPr>
        <p:spPr>
          <a:xfrm>
            <a:off x="6734378" y="1584798"/>
            <a:ext cx="5228616" cy="642147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SCR-004</a:t>
            </a:r>
            <a:endParaRPr lang="en-US" altLang="ko-KR"/>
          </a:p>
          <a:p>
            <a:pPr lvl="0">
              <a:defRPr/>
            </a:pPr>
            <a:endParaRPr lang="ko-KR" altLang="en-US"/>
          </a:p>
        </p:txBody>
      </p:sp>
      <p:sp>
        <p:nvSpPr>
          <p:cNvPr id="39" name="직사각형 38"/>
          <p:cNvSpPr/>
          <p:nvPr/>
        </p:nvSpPr>
        <p:spPr>
          <a:xfrm>
            <a:off x="1223188" y="2101579"/>
            <a:ext cx="4234434" cy="386066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>
                <a:ln w="9525">
                  <a:solidFill>
                    <a:schemeClr val="dk1"/>
                  </a:solidFill>
                </a:ln>
                <a:solidFill>
                  <a:schemeClr val="dk1"/>
                </a:solidFill>
              </a:rPr>
              <a:t>학원 이미지</a:t>
            </a:r>
            <a:endParaRPr lang="ko-KR" altLang="en-US">
              <a:ln w="9525">
                <a:solidFill>
                  <a:schemeClr val="dk1"/>
                </a:solidFill>
              </a:ln>
              <a:solidFill>
                <a:schemeClr val="dk1"/>
              </a:solidFill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372018" y="6083841"/>
            <a:ext cx="5936774" cy="516781"/>
          </a:xfrm>
          <a:prstGeom prst="rect">
            <a:avLst/>
          </a:prstGeom>
          <a:solidFill>
            <a:srgbClr val="b2b2b2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/>
              <a:t> 푸터</a:t>
            </a:r>
            <a:endParaRPr lang="ko-KR" altLang="en-US"/>
          </a:p>
        </p:txBody>
      </p:sp>
      <p:sp>
        <p:nvSpPr>
          <p:cNvPr id="42" name="가로 글상자 41"/>
          <p:cNvSpPr txBox="1"/>
          <p:nvPr/>
        </p:nvSpPr>
        <p:spPr>
          <a:xfrm>
            <a:off x="372018" y="1584798"/>
            <a:ext cx="5936774" cy="365922"/>
          </a:xfrm>
          <a:prstGeom prst="rect">
            <a:avLst/>
          </a:prstGeom>
          <a:ln>
            <a:solidFill>
              <a:schemeClr val="dk1"/>
            </a:solidFill>
          </a:ln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/>
              <a:t> </a:t>
            </a:r>
            <a:r>
              <a:rPr lang="ko-KR" altLang="en-US"/>
              <a:t>위드유      </a:t>
            </a:r>
            <a:r>
              <a:rPr lang="ko-KR" altLang="en-US" sz="1400"/>
              <a:t>소개 </a:t>
            </a:r>
            <a:r>
              <a:rPr lang="en-US" altLang="ko-KR" sz="1400"/>
              <a:t>|</a:t>
            </a:r>
            <a:r>
              <a:rPr lang="ko-KR" altLang="en-US" sz="1400"/>
              <a:t> 수업 </a:t>
            </a:r>
            <a:r>
              <a:rPr lang="en-US" altLang="ko-KR" sz="1400"/>
              <a:t>|</a:t>
            </a:r>
            <a:r>
              <a:rPr lang="ko-KR" altLang="en-US" sz="1400"/>
              <a:t> 시험 </a:t>
            </a:r>
            <a:r>
              <a:rPr lang="en-US" altLang="ko-KR" sz="1400"/>
              <a:t>|</a:t>
            </a:r>
            <a:r>
              <a:rPr lang="ko-KR" altLang="en-US" sz="1400"/>
              <a:t> 공지사항</a:t>
            </a:r>
            <a:r>
              <a:rPr lang="en-US" altLang="ko-KR" sz="1400"/>
              <a:t> </a:t>
            </a:r>
            <a:r>
              <a:rPr lang="ko-KR" altLang="en-US" sz="1400"/>
              <a:t>        아이디</a:t>
            </a:r>
            <a:r>
              <a:rPr lang="en-US" altLang="ko-KR" sz="1400"/>
              <a:t>|</a:t>
            </a:r>
            <a:r>
              <a:rPr lang="ko-KR" altLang="en-US" sz="1400"/>
              <a:t>로그인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095132993"/>
      </p:ext>
    </p:extLst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마이페이지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8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7" name="가로 글상자 16"/>
          <p:cNvSpPr txBox="1"/>
          <p:nvPr/>
        </p:nvSpPr>
        <p:spPr>
          <a:xfrm>
            <a:off x="6734378" y="1584798"/>
            <a:ext cx="5228616" cy="2556672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SCR-005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프로필 수정 버튼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비밀번호 변경 버튼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계정 탈퇴 버튼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비로그인시 </a:t>
            </a:r>
            <a:r>
              <a:rPr lang="en-US" altLang="ko-KR"/>
              <a:t>: </a:t>
            </a:r>
            <a:r>
              <a:rPr lang="ko-KR" altLang="en-US"/>
              <a:t>로그인 화면으로 이동</a:t>
            </a:r>
            <a:endParaRPr lang="ko-KR" altLang="en-US"/>
          </a:p>
        </p:txBody>
      </p:sp>
      <p:sp>
        <p:nvSpPr>
          <p:cNvPr id="40" name="가로 글상자 39"/>
          <p:cNvSpPr txBox="1"/>
          <p:nvPr/>
        </p:nvSpPr>
        <p:spPr>
          <a:xfrm>
            <a:off x="372018" y="2395436"/>
            <a:ext cx="5936774" cy="1184059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이름 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  <a:p>
            <a:pPr lvl="0" algn="ctr">
              <a:defRPr/>
            </a:pPr>
            <a:r>
              <a:rPr lang="ko-KR" altLang="en-US"/>
              <a:t>전화번호 </a:t>
            </a:r>
            <a:r>
              <a:rPr lang="en-US" altLang="ko-KR"/>
              <a:t>: </a:t>
            </a:r>
            <a:endParaRPr lang="en-US" altLang="ko-KR"/>
          </a:p>
          <a:p>
            <a:pPr lvl="0" algn="ctr">
              <a:defRPr/>
            </a:pPr>
            <a:r>
              <a:rPr lang="ko-KR" altLang="en-US"/>
              <a:t>이메일 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  <a:p>
            <a:pPr lvl="0" algn="ctr">
              <a:defRPr/>
            </a:pPr>
            <a:r>
              <a:rPr lang="ko-KR" altLang="en-US"/>
              <a:t>학년 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41" name="직사각형 40"/>
          <p:cNvSpPr/>
          <p:nvPr/>
        </p:nvSpPr>
        <p:spPr>
          <a:xfrm>
            <a:off x="2459411" y="4543628"/>
            <a:ext cx="1761987" cy="400252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/>
              <a:t>프로필 수정</a:t>
            </a:r>
            <a:endParaRPr lang="ko-KR" altLang="en-US"/>
          </a:p>
        </p:txBody>
      </p:sp>
      <p:sp>
        <p:nvSpPr>
          <p:cNvPr id="42" name="직사각형 41"/>
          <p:cNvSpPr/>
          <p:nvPr/>
        </p:nvSpPr>
        <p:spPr>
          <a:xfrm>
            <a:off x="2459411" y="5019878"/>
            <a:ext cx="1761987" cy="400252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/>
              <a:t>비밀번호 변경</a:t>
            </a:r>
            <a:endParaRPr lang="ko-KR" altLang="en-US"/>
          </a:p>
        </p:txBody>
      </p:sp>
      <p:sp>
        <p:nvSpPr>
          <p:cNvPr id="43" name="직사각형 42"/>
          <p:cNvSpPr/>
          <p:nvPr/>
        </p:nvSpPr>
        <p:spPr>
          <a:xfrm>
            <a:off x="2459411" y="5485995"/>
            <a:ext cx="1761987" cy="400252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/>
              <a:t>계정 탈퇴</a:t>
            </a:r>
            <a:endParaRPr lang="ko-KR" altLang="en-US"/>
          </a:p>
        </p:txBody>
      </p:sp>
      <p:sp>
        <p:nvSpPr>
          <p:cNvPr id="44" name="가로 글상자 43"/>
          <p:cNvSpPr txBox="1"/>
          <p:nvPr/>
        </p:nvSpPr>
        <p:spPr>
          <a:xfrm>
            <a:off x="372018" y="1584798"/>
            <a:ext cx="5936774" cy="365922"/>
          </a:xfrm>
          <a:prstGeom prst="rect">
            <a:avLst/>
          </a:prstGeom>
          <a:ln>
            <a:solidFill>
              <a:schemeClr val="dk1"/>
            </a:solidFill>
          </a:ln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/>
              <a:t> </a:t>
            </a:r>
            <a:r>
              <a:rPr lang="ko-KR" altLang="en-US"/>
              <a:t>위드유      </a:t>
            </a:r>
            <a:r>
              <a:rPr lang="ko-KR" altLang="en-US" sz="1400"/>
              <a:t>소개 </a:t>
            </a:r>
            <a:r>
              <a:rPr lang="en-US" altLang="ko-KR" sz="1400"/>
              <a:t>|</a:t>
            </a:r>
            <a:r>
              <a:rPr lang="ko-KR" altLang="en-US" sz="1400"/>
              <a:t> 수업 </a:t>
            </a:r>
            <a:r>
              <a:rPr lang="en-US" altLang="ko-KR" sz="1400"/>
              <a:t>|</a:t>
            </a:r>
            <a:r>
              <a:rPr lang="ko-KR" altLang="en-US" sz="1400"/>
              <a:t> 시험 </a:t>
            </a:r>
            <a:r>
              <a:rPr lang="en-US" altLang="ko-KR" sz="1400"/>
              <a:t>|</a:t>
            </a:r>
            <a:r>
              <a:rPr lang="ko-KR" altLang="en-US" sz="1400"/>
              <a:t> 공지사항</a:t>
            </a:r>
            <a:r>
              <a:rPr lang="en-US" altLang="ko-KR" sz="1400"/>
              <a:t> </a:t>
            </a:r>
            <a:r>
              <a:rPr lang="ko-KR" altLang="en-US" sz="1400"/>
              <a:t>        아이디</a:t>
            </a:r>
            <a:r>
              <a:rPr lang="en-US" altLang="ko-KR" sz="1400"/>
              <a:t>|</a:t>
            </a:r>
            <a:r>
              <a:rPr lang="ko-KR" altLang="en-US" sz="1400"/>
              <a:t>로그인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376019027"/>
      </p:ext>
    </p:extLst>
  </p:cSld>
  <p:clrMapOvr>
    <a:masterClrMapping/>
  </p:clrMapOvr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소개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8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7" name="가로 글상자 16"/>
          <p:cNvSpPr txBox="1"/>
          <p:nvPr/>
        </p:nvSpPr>
        <p:spPr>
          <a:xfrm>
            <a:off x="6734378" y="1584798"/>
            <a:ext cx="5228616" cy="1185072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SCR-006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구글지도 </a:t>
            </a:r>
            <a:r>
              <a:rPr lang="en-US" altLang="ko-KR"/>
              <a:t>API</a:t>
            </a:r>
            <a:r>
              <a:rPr lang="ko-KR" altLang="en-US"/>
              <a:t> 위치 표시</a:t>
            </a:r>
            <a:endParaRPr lang="ko-KR" altLang="en-US"/>
          </a:p>
        </p:txBody>
      </p:sp>
      <p:sp>
        <p:nvSpPr>
          <p:cNvPr id="44" name="직사각형 43"/>
          <p:cNvSpPr/>
          <p:nvPr/>
        </p:nvSpPr>
        <p:spPr>
          <a:xfrm>
            <a:off x="2206087" y="2354904"/>
            <a:ext cx="2268636" cy="770106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/>
              <a:t>선생님 이미지</a:t>
            </a:r>
            <a:endParaRPr lang="ko-KR" altLang="en-US"/>
          </a:p>
        </p:txBody>
      </p:sp>
      <p:sp>
        <p:nvSpPr>
          <p:cNvPr id="45" name="가로 글상자 44"/>
          <p:cNvSpPr txBox="1"/>
          <p:nvPr/>
        </p:nvSpPr>
        <p:spPr>
          <a:xfrm>
            <a:off x="2206086" y="3123673"/>
            <a:ext cx="2268637" cy="362477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선생님 소개글</a:t>
            </a:r>
            <a:endParaRPr lang="ko-KR" altLang="en-US"/>
          </a:p>
        </p:txBody>
      </p:sp>
      <p:sp>
        <p:nvSpPr>
          <p:cNvPr id="48" name="직사각형 47"/>
          <p:cNvSpPr/>
          <p:nvPr/>
        </p:nvSpPr>
        <p:spPr>
          <a:xfrm>
            <a:off x="2529767" y="5171873"/>
            <a:ext cx="1621276" cy="91196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>
                <a:ln w="9525">
                  <a:solidFill>
                    <a:schemeClr val="dk1"/>
                  </a:solidFill>
                </a:ln>
                <a:solidFill>
                  <a:schemeClr val="dk1"/>
                </a:solidFill>
              </a:rPr>
              <a:t>지도</a:t>
            </a:r>
            <a:endParaRPr lang="ko-KR" altLang="en-US">
              <a:ln w="9525">
                <a:solidFill>
                  <a:schemeClr val="dk1"/>
                </a:solidFill>
              </a:ln>
              <a:solidFill>
                <a:schemeClr val="dk1"/>
              </a:solidFill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372018" y="6083841"/>
            <a:ext cx="5936774" cy="516781"/>
          </a:xfrm>
          <a:prstGeom prst="rect">
            <a:avLst/>
          </a:prstGeom>
          <a:solidFill>
            <a:srgbClr val="b2b2b2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/>
              <a:t> 푸터</a:t>
            </a:r>
            <a:endParaRPr lang="ko-KR" altLang="en-US"/>
          </a:p>
        </p:txBody>
      </p:sp>
      <p:sp>
        <p:nvSpPr>
          <p:cNvPr id="50" name="직사각형 49"/>
          <p:cNvSpPr/>
          <p:nvPr/>
        </p:nvSpPr>
        <p:spPr>
          <a:xfrm>
            <a:off x="2206087" y="3707657"/>
            <a:ext cx="2268636" cy="1124760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/>
              <a:t>학원 내부 이미지</a:t>
            </a:r>
            <a:endParaRPr lang="ko-KR" altLang="en-US"/>
          </a:p>
        </p:txBody>
      </p:sp>
      <p:sp>
        <p:nvSpPr>
          <p:cNvPr id="51" name="가로 글상자 50"/>
          <p:cNvSpPr txBox="1"/>
          <p:nvPr/>
        </p:nvSpPr>
        <p:spPr>
          <a:xfrm>
            <a:off x="372018" y="1584798"/>
            <a:ext cx="5936774" cy="365922"/>
          </a:xfrm>
          <a:prstGeom prst="rect">
            <a:avLst/>
          </a:prstGeom>
          <a:ln>
            <a:solidFill>
              <a:schemeClr val="dk1"/>
            </a:solidFill>
          </a:ln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/>
              <a:t> </a:t>
            </a:r>
            <a:r>
              <a:rPr lang="ko-KR" altLang="en-US"/>
              <a:t>위드유      </a:t>
            </a:r>
            <a:r>
              <a:rPr lang="ko-KR" altLang="en-US" sz="1400"/>
              <a:t>소개 </a:t>
            </a:r>
            <a:r>
              <a:rPr lang="en-US" altLang="ko-KR" sz="1400"/>
              <a:t>|</a:t>
            </a:r>
            <a:r>
              <a:rPr lang="ko-KR" altLang="en-US" sz="1400"/>
              <a:t> 수업 </a:t>
            </a:r>
            <a:r>
              <a:rPr lang="en-US" altLang="ko-KR" sz="1400"/>
              <a:t>|</a:t>
            </a:r>
            <a:r>
              <a:rPr lang="ko-KR" altLang="en-US" sz="1400"/>
              <a:t> 시험 </a:t>
            </a:r>
            <a:r>
              <a:rPr lang="en-US" altLang="ko-KR" sz="1400"/>
              <a:t>|</a:t>
            </a:r>
            <a:r>
              <a:rPr lang="ko-KR" altLang="en-US" sz="1400"/>
              <a:t> 공지사항</a:t>
            </a:r>
            <a:r>
              <a:rPr lang="en-US" altLang="ko-KR" sz="1400"/>
              <a:t> </a:t>
            </a:r>
            <a:r>
              <a:rPr lang="ko-KR" altLang="en-US" sz="1400"/>
              <a:t>        아이디</a:t>
            </a:r>
            <a:r>
              <a:rPr lang="en-US" altLang="ko-KR" sz="1400"/>
              <a:t>|</a:t>
            </a:r>
            <a:r>
              <a:rPr lang="ko-KR" altLang="en-US" sz="1400"/>
              <a:t>로그인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866660547"/>
      </p:ext>
    </p:extLst>
  </p:cSld>
  <p:clrMapOvr>
    <a:masterClrMapping/>
  </p:clrMapOvr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수업 소개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8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7" name="가로 글상자 16"/>
          <p:cNvSpPr txBox="1"/>
          <p:nvPr/>
        </p:nvSpPr>
        <p:spPr>
          <a:xfrm>
            <a:off x="6734378" y="1584798"/>
            <a:ext cx="5228616" cy="1737521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SCR-007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수업 소개 및 가격 변경 버튼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</p:txBody>
      </p:sp>
      <p:sp>
        <p:nvSpPr>
          <p:cNvPr id="39" name="가로 글상자 38"/>
          <p:cNvSpPr txBox="1"/>
          <p:nvPr/>
        </p:nvSpPr>
        <p:spPr>
          <a:xfrm>
            <a:off x="372018" y="1584798"/>
            <a:ext cx="5936774" cy="365922"/>
          </a:xfrm>
          <a:prstGeom prst="rect">
            <a:avLst/>
          </a:prstGeom>
          <a:ln>
            <a:solidFill>
              <a:schemeClr val="dk1"/>
            </a:solidFill>
          </a:ln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/>
              <a:t> </a:t>
            </a:r>
            <a:r>
              <a:rPr lang="ko-KR" altLang="en-US"/>
              <a:t>위드유      </a:t>
            </a:r>
            <a:r>
              <a:rPr lang="ko-KR" altLang="en-US" sz="1400"/>
              <a:t>소개 </a:t>
            </a:r>
            <a:r>
              <a:rPr lang="en-US" altLang="ko-KR" sz="1400"/>
              <a:t>|</a:t>
            </a:r>
            <a:r>
              <a:rPr lang="ko-KR" altLang="en-US" sz="1400"/>
              <a:t> 수업 </a:t>
            </a:r>
            <a:r>
              <a:rPr lang="en-US" altLang="ko-KR" sz="1400"/>
              <a:t>|</a:t>
            </a:r>
            <a:r>
              <a:rPr lang="ko-KR" altLang="en-US" sz="1400"/>
              <a:t> 시험 </a:t>
            </a:r>
            <a:r>
              <a:rPr lang="en-US" altLang="ko-KR" sz="1400"/>
              <a:t>|</a:t>
            </a:r>
            <a:r>
              <a:rPr lang="ko-KR" altLang="en-US" sz="1400"/>
              <a:t> 공지사항</a:t>
            </a:r>
            <a:r>
              <a:rPr lang="en-US" altLang="ko-KR" sz="1400"/>
              <a:t> </a:t>
            </a:r>
            <a:r>
              <a:rPr lang="ko-KR" altLang="en-US" sz="1400"/>
              <a:t>        아이디</a:t>
            </a:r>
            <a:r>
              <a:rPr lang="en-US" altLang="ko-KR" sz="1400"/>
              <a:t>|</a:t>
            </a:r>
            <a:r>
              <a:rPr lang="ko-KR" altLang="en-US" sz="1400"/>
              <a:t>로그인</a:t>
            </a:r>
            <a:endParaRPr lang="ko-KR" altLang="en-US" sz="1400"/>
          </a:p>
        </p:txBody>
      </p:sp>
      <p:sp>
        <p:nvSpPr>
          <p:cNvPr id="51" name="직사각형 50"/>
          <p:cNvSpPr/>
          <p:nvPr/>
        </p:nvSpPr>
        <p:spPr>
          <a:xfrm>
            <a:off x="1669039" y="2699426"/>
            <a:ext cx="3342732" cy="1783403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/>
              <a:t>수업 소개 및 가격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643265"/>
      </p:ext>
    </p:extLst>
  </p:cSld>
  <p:clrMapOvr>
    <a:masterClrMapping/>
  </p:clrMapOvr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시험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8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7" name="가로 글상자 16"/>
          <p:cNvSpPr txBox="1"/>
          <p:nvPr/>
        </p:nvSpPr>
        <p:spPr>
          <a:xfrm>
            <a:off x="6734378" y="1584798"/>
            <a:ext cx="5228616" cy="2013747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SCR-008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선생님이 설정한 시간 카운트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답안 제출 버튼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</p:txBody>
      </p:sp>
      <p:sp>
        <p:nvSpPr>
          <p:cNvPr id="52" name="직사각형 51"/>
          <p:cNvSpPr/>
          <p:nvPr/>
        </p:nvSpPr>
        <p:spPr>
          <a:xfrm>
            <a:off x="372018" y="1584798"/>
            <a:ext cx="5936774" cy="606844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>
                <a:ln w="9525">
                  <a:solidFill>
                    <a:schemeClr val="dk1"/>
                  </a:solidFill>
                </a:ln>
                <a:solidFill>
                  <a:schemeClr val="dk1"/>
                </a:solidFill>
              </a:rPr>
              <a:t>남은 시간</a:t>
            </a:r>
            <a:endParaRPr lang="ko-KR" altLang="en-US">
              <a:ln w="9525">
                <a:solidFill>
                  <a:schemeClr val="dk1"/>
                </a:solidFill>
              </a:ln>
              <a:solidFill>
                <a:schemeClr val="dk1"/>
              </a:solidFill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372018" y="5840649"/>
            <a:ext cx="5936774" cy="75997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>
                <a:ln w="9525">
                  <a:solidFill>
                    <a:schemeClr val="dk1"/>
                  </a:solidFill>
                </a:ln>
                <a:solidFill>
                  <a:schemeClr val="dk1"/>
                </a:solidFill>
              </a:rPr>
              <a:t> 답안 작성칸</a:t>
            </a:r>
            <a:endParaRPr lang="ko-KR" altLang="en-US">
              <a:ln w="9525">
                <a:solidFill>
                  <a:schemeClr val="dk1"/>
                </a:solidFill>
              </a:ln>
              <a:solidFill>
                <a:schemeClr val="dk1"/>
              </a:solidFill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372018" y="2191642"/>
            <a:ext cx="5936774" cy="364900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>
                <a:ln w="9525">
                  <a:solidFill>
                    <a:schemeClr val="dk1"/>
                  </a:solidFill>
                </a:ln>
                <a:solidFill>
                  <a:schemeClr val="dk1"/>
                </a:solidFill>
              </a:rPr>
              <a:t>문제</a:t>
            </a:r>
            <a:endParaRPr lang="ko-KR" altLang="en-US">
              <a:ln w="9525">
                <a:solidFill>
                  <a:schemeClr val="dk1"/>
                </a:solidFill>
              </a:ln>
              <a:solidFill>
                <a:schemeClr val="dk1"/>
              </a:solidFill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5477887" y="5840649"/>
            <a:ext cx="830904" cy="75997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>
                <a:ln w="9525">
                  <a:solidFill>
                    <a:schemeClr val="dk1"/>
                  </a:solidFill>
                </a:ln>
                <a:solidFill>
                  <a:schemeClr val="dk1"/>
                </a:solidFill>
              </a:rPr>
              <a:t>제출</a:t>
            </a:r>
            <a:endParaRPr lang="ko-KR" altLang="en-US">
              <a:ln w="9525">
                <a:solidFill>
                  <a:schemeClr val="dk1"/>
                </a:solidFill>
              </a:ln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0937276"/>
      </p:ext>
    </p:extLst>
  </p:cSld>
  <p:clrMapOvr>
    <a:masterClrMapping/>
  </p:clrMapOvr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공지사항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8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7" name="가로 글상자 16"/>
          <p:cNvSpPr txBox="1"/>
          <p:nvPr/>
        </p:nvSpPr>
        <p:spPr>
          <a:xfrm>
            <a:off x="6734378" y="1584798"/>
            <a:ext cx="5228616" cy="2013747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SCR-009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공지사항 클릭시 상세 페이지로 이동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페이징 버튼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</p:txBody>
      </p:sp>
      <p:sp>
        <p:nvSpPr>
          <p:cNvPr id="39" name="가로 글상자 38"/>
          <p:cNvSpPr txBox="1"/>
          <p:nvPr/>
        </p:nvSpPr>
        <p:spPr>
          <a:xfrm>
            <a:off x="372018" y="1584798"/>
            <a:ext cx="5936774" cy="365922"/>
          </a:xfrm>
          <a:prstGeom prst="rect">
            <a:avLst/>
          </a:prstGeom>
          <a:ln>
            <a:solidFill>
              <a:schemeClr val="dk1"/>
            </a:solidFill>
          </a:ln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/>
              <a:t> </a:t>
            </a:r>
            <a:r>
              <a:rPr lang="ko-KR" altLang="en-US"/>
              <a:t>위드유      </a:t>
            </a:r>
            <a:r>
              <a:rPr lang="ko-KR" altLang="en-US" sz="1400"/>
              <a:t>소개 </a:t>
            </a:r>
            <a:r>
              <a:rPr lang="en-US" altLang="ko-KR" sz="1400"/>
              <a:t>|</a:t>
            </a:r>
            <a:r>
              <a:rPr lang="ko-KR" altLang="en-US" sz="1400"/>
              <a:t> 수업 </a:t>
            </a:r>
            <a:r>
              <a:rPr lang="en-US" altLang="ko-KR" sz="1400"/>
              <a:t>|</a:t>
            </a:r>
            <a:r>
              <a:rPr lang="ko-KR" altLang="en-US" sz="1400"/>
              <a:t> 시험 </a:t>
            </a:r>
            <a:r>
              <a:rPr lang="en-US" altLang="ko-KR" sz="1400"/>
              <a:t>|</a:t>
            </a:r>
            <a:r>
              <a:rPr lang="ko-KR" altLang="en-US" sz="1400"/>
              <a:t> 공지사항</a:t>
            </a:r>
            <a:r>
              <a:rPr lang="en-US" altLang="ko-KR" sz="1400"/>
              <a:t> </a:t>
            </a:r>
            <a:r>
              <a:rPr lang="ko-KR" altLang="en-US" sz="1400"/>
              <a:t>        아이디</a:t>
            </a:r>
            <a:r>
              <a:rPr lang="en-US" altLang="ko-KR" sz="1400"/>
              <a:t>|</a:t>
            </a:r>
            <a:r>
              <a:rPr lang="ko-KR" altLang="en-US" sz="1400"/>
              <a:t>로그인</a:t>
            </a:r>
            <a:endParaRPr lang="ko-KR" altLang="en-US" sz="1400"/>
          </a:p>
        </p:txBody>
      </p:sp>
      <p:sp>
        <p:nvSpPr>
          <p:cNvPr id="52" name="직사각형 51"/>
          <p:cNvSpPr/>
          <p:nvPr/>
        </p:nvSpPr>
        <p:spPr>
          <a:xfrm>
            <a:off x="1506912" y="2324505"/>
            <a:ext cx="3666986" cy="369853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>
              <a:ln w="9525">
                <a:solidFill>
                  <a:schemeClr val="dk1"/>
                </a:solidFill>
              </a:ln>
              <a:solidFill>
                <a:schemeClr val="dk1"/>
              </a:solidFill>
            </a:endParaRPr>
          </a:p>
        </p:txBody>
      </p:sp>
      <p:sp>
        <p:nvSpPr>
          <p:cNvPr id="53" name="가로 글상자 52"/>
          <p:cNvSpPr txBox="1"/>
          <p:nvPr/>
        </p:nvSpPr>
        <p:spPr>
          <a:xfrm>
            <a:off x="1506912" y="2324505"/>
            <a:ext cx="3666986" cy="3645765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공지사항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en-US" altLang="ko-KR"/>
              <a:t>1.</a:t>
            </a:r>
            <a:r>
              <a:rPr lang="ko-KR" altLang="en-US"/>
              <a:t> 공지사항</a:t>
            </a:r>
            <a:r>
              <a:rPr lang="en-US" altLang="ko-KR"/>
              <a:t>1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2.</a:t>
            </a:r>
            <a:r>
              <a:rPr lang="ko-KR" altLang="en-US"/>
              <a:t> 공지사항</a:t>
            </a:r>
            <a:r>
              <a:rPr lang="en-US" altLang="ko-KR"/>
              <a:t>2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3.</a:t>
            </a:r>
            <a:r>
              <a:rPr lang="ko-KR" altLang="en-US"/>
              <a:t> 공지사항</a:t>
            </a:r>
            <a:r>
              <a:rPr lang="en-US" altLang="ko-KR"/>
              <a:t>3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4.</a:t>
            </a:r>
            <a:r>
              <a:rPr lang="ko-KR" altLang="en-US"/>
              <a:t> 공지사항</a:t>
            </a:r>
            <a:r>
              <a:rPr lang="en-US" altLang="ko-KR"/>
              <a:t>4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5.</a:t>
            </a:r>
            <a:r>
              <a:rPr lang="ko-KR" altLang="en-US"/>
              <a:t> 공지사항</a:t>
            </a:r>
            <a:r>
              <a:rPr lang="en-US" altLang="ko-KR"/>
              <a:t>5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6.</a:t>
            </a:r>
            <a:r>
              <a:rPr lang="ko-KR" altLang="en-US"/>
              <a:t> 공지사항</a:t>
            </a:r>
            <a:r>
              <a:rPr lang="en-US" altLang="ko-KR"/>
              <a:t>6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</p:txBody>
      </p:sp>
      <p:sp>
        <p:nvSpPr>
          <p:cNvPr id="54" name="가로 글상자 53"/>
          <p:cNvSpPr txBox="1"/>
          <p:nvPr/>
        </p:nvSpPr>
        <p:spPr>
          <a:xfrm>
            <a:off x="1506912" y="5657445"/>
            <a:ext cx="3666986" cy="36045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en-US" altLang="ko-KR"/>
              <a:t>1</a:t>
            </a:r>
            <a:r>
              <a:rPr lang="ko-KR" altLang="en-US"/>
              <a:t>  </a:t>
            </a:r>
            <a:r>
              <a:rPr lang="en-US" altLang="ko-KR"/>
              <a:t>2</a:t>
            </a:r>
            <a:r>
              <a:rPr lang="ko-KR" altLang="en-US"/>
              <a:t>  </a:t>
            </a:r>
            <a:r>
              <a:rPr lang="en-US" altLang="ko-KR"/>
              <a:t>3</a:t>
            </a:r>
            <a:r>
              <a:rPr lang="ko-KR" altLang="en-US"/>
              <a:t>  </a:t>
            </a:r>
            <a:r>
              <a:rPr lang="en-US" altLang="ko-KR"/>
              <a:t>4</a:t>
            </a:r>
            <a:r>
              <a:rPr lang="ko-KR" altLang="en-US"/>
              <a:t>  </a:t>
            </a:r>
            <a:r>
              <a:rPr lang="en-US" altLang="ko-KR"/>
              <a:t>5</a:t>
            </a:r>
            <a:r>
              <a:rPr lang="ko-KR" altLang="en-US"/>
              <a:t>  </a:t>
            </a:r>
            <a:r>
              <a:rPr lang="en-US" altLang="ko-KR"/>
              <a:t>6</a:t>
            </a:r>
            <a:r>
              <a:rPr lang="ko-KR" altLang="en-US"/>
              <a:t>  </a:t>
            </a:r>
            <a:r>
              <a:rPr lang="en-US" altLang="ko-KR"/>
              <a:t>7</a:t>
            </a:r>
            <a:r>
              <a:rPr lang="ko-KR" altLang="en-US"/>
              <a:t>  </a:t>
            </a:r>
            <a:r>
              <a:rPr lang="en-US" altLang="ko-KR"/>
              <a:t>8</a:t>
            </a:r>
            <a:r>
              <a:rPr lang="ko-KR" altLang="en-US"/>
              <a:t>  </a:t>
            </a:r>
            <a:r>
              <a:rPr lang="en-US" altLang="ko-KR"/>
              <a:t>9</a:t>
            </a:r>
            <a:r>
              <a:rPr lang="ko-KR" altLang="en-US"/>
              <a:t>  </a:t>
            </a:r>
            <a:r>
              <a:rPr lang="en-US" altLang="ko-KR"/>
              <a:t>10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633076715"/>
      </p:ext>
    </p:extLst>
  </p:cSld>
  <p:clrMapOvr>
    <a:masterClrMapping/>
  </p:clrMapOvr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문제 은행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8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7" name="가로 글상자 16"/>
          <p:cNvSpPr txBox="1"/>
          <p:nvPr/>
        </p:nvSpPr>
        <p:spPr>
          <a:xfrm>
            <a:off x="6734378" y="1584798"/>
            <a:ext cx="5228616" cy="2013747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SCR-010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문제 카테고리</a:t>
            </a:r>
            <a:r>
              <a:rPr lang="en-US" altLang="ko-KR"/>
              <a:t>,</a:t>
            </a:r>
            <a:r>
              <a:rPr lang="ko-KR" altLang="en-US"/>
              <a:t> 난이도</a:t>
            </a:r>
            <a:r>
              <a:rPr lang="en-US" altLang="ko-KR"/>
              <a:t>,</a:t>
            </a:r>
            <a:r>
              <a:rPr lang="ko-KR" altLang="en-US"/>
              <a:t> 유형 필터 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검색 버튼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페이징 버튼</a:t>
            </a:r>
            <a:endParaRPr lang="ko-KR" altLang="en-US"/>
          </a:p>
          <a:p>
            <a:pPr lvl="0">
              <a:defRPr/>
            </a:pPr>
            <a:endParaRPr lang="ko-KR" altLang="en-US"/>
          </a:p>
        </p:txBody>
      </p:sp>
      <p:sp>
        <p:nvSpPr>
          <p:cNvPr id="39" name="가로 글상자 38"/>
          <p:cNvSpPr txBox="1"/>
          <p:nvPr/>
        </p:nvSpPr>
        <p:spPr>
          <a:xfrm>
            <a:off x="372018" y="1584798"/>
            <a:ext cx="5936774" cy="365922"/>
          </a:xfrm>
          <a:prstGeom prst="rect">
            <a:avLst/>
          </a:prstGeom>
          <a:ln>
            <a:solidFill>
              <a:schemeClr val="dk1"/>
            </a:solidFill>
          </a:ln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/>
              <a:t> </a:t>
            </a:r>
            <a:r>
              <a:rPr lang="ko-KR" altLang="en-US"/>
              <a:t>위드유      </a:t>
            </a:r>
            <a:r>
              <a:rPr lang="ko-KR" altLang="en-US" sz="1400"/>
              <a:t>소개 </a:t>
            </a:r>
            <a:r>
              <a:rPr lang="en-US" altLang="ko-KR" sz="1400"/>
              <a:t>|</a:t>
            </a:r>
            <a:r>
              <a:rPr lang="ko-KR" altLang="en-US" sz="1400"/>
              <a:t> 수업 </a:t>
            </a:r>
            <a:r>
              <a:rPr lang="en-US" altLang="ko-KR" sz="1400"/>
              <a:t>|</a:t>
            </a:r>
            <a:r>
              <a:rPr lang="ko-KR" altLang="en-US" sz="1400"/>
              <a:t> 시험 </a:t>
            </a:r>
            <a:r>
              <a:rPr lang="en-US" altLang="ko-KR" sz="1400"/>
              <a:t>|</a:t>
            </a:r>
            <a:r>
              <a:rPr lang="ko-KR" altLang="en-US" sz="1400"/>
              <a:t> 공지사항</a:t>
            </a:r>
            <a:r>
              <a:rPr lang="en-US" altLang="ko-KR" sz="1400"/>
              <a:t> </a:t>
            </a:r>
            <a:r>
              <a:rPr lang="ko-KR" altLang="en-US" sz="1400"/>
              <a:t>        아이디</a:t>
            </a:r>
            <a:r>
              <a:rPr lang="en-US" altLang="ko-KR" sz="1400"/>
              <a:t>|</a:t>
            </a:r>
            <a:r>
              <a:rPr lang="ko-KR" altLang="en-US" sz="1400"/>
              <a:t>로그인</a:t>
            </a:r>
            <a:endParaRPr lang="ko-KR" altLang="en-US" sz="1400"/>
          </a:p>
        </p:txBody>
      </p:sp>
      <p:sp>
        <p:nvSpPr>
          <p:cNvPr id="52" name="직사각형 51"/>
          <p:cNvSpPr/>
          <p:nvPr/>
        </p:nvSpPr>
        <p:spPr>
          <a:xfrm>
            <a:off x="1506912" y="2324505"/>
            <a:ext cx="3666986" cy="369853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>
              <a:ln w="9525">
                <a:solidFill>
                  <a:schemeClr val="dk1"/>
                </a:solidFill>
              </a:ln>
              <a:solidFill>
                <a:schemeClr val="dk1"/>
              </a:solidFill>
            </a:endParaRPr>
          </a:p>
        </p:txBody>
      </p:sp>
      <p:sp>
        <p:nvSpPr>
          <p:cNvPr id="53" name="가로 글상자 52"/>
          <p:cNvSpPr txBox="1"/>
          <p:nvPr/>
        </p:nvSpPr>
        <p:spPr>
          <a:xfrm>
            <a:off x="1506912" y="2324505"/>
            <a:ext cx="3666986" cy="310284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문제 은행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                        검색 입력           검색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     문제카테고리    난이도    유형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en-US" altLang="ko-KR"/>
              <a:t>1.</a:t>
            </a:r>
            <a:r>
              <a:rPr lang="ko-KR" altLang="en-US"/>
              <a:t> 문제 </a:t>
            </a:r>
            <a:r>
              <a:rPr lang="en-US" altLang="ko-KR"/>
              <a:t>1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2.</a:t>
            </a:r>
            <a:r>
              <a:rPr lang="ko-KR" altLang="en-US"/>
              <a:t> 문제 </a:t>
            </a:r>
            <a:r>
              <a:rPr lang="en-US" altLang="ko-KR"/>
              <a:t>2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3.</a:t>
            </a:r>
            <a:r>
              <a:rPr lang="ko-KR" altLang="en-US"/>
              <a:t> 문제 </a:t>
            </a:r>
            <a:r>
              <a:rPr lang="en-US" altLang="ko-KR"/>
              <a:t>3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</p:txBody>
      </p:sp>
      <p:sp>
        <p:nvSpPr>
          <p:cNvPr id="54" name="가로 글상자 53"/>
          <p:cNvSpPr txBox="1"/>
          <p:nvPr/>
        </p:nvSpPr>
        <p:spPr>
          <a:xfrm>
            <a:off x="1506912" y="5657445"/>
            <a:ext cx="3666986" cy="36045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en-US" altLang="ko-KR"/>
              <a:t>1</a:t>
            </a:r>
            <a:r>
              <a:rPr lang="ko-KR" altLang="en-US"/>
              <a:t>  </a:t>
            </a:r>
            <a:r>
              <a:rPr lang="en-US" altLang="ko-KR"/>
              <a:t>2</a:t>
            </a:r>
            <a:r>
              <a:rPr lang="ko-KR" altLang="en-US"/>
              <a:t>  </a:t>
            </a:r>
            <a:r>
              <a:rPr lang="en-US" altLang="ko-KR"/>
              <a:t>3</a:t>
            </a:r>
            <a:r>
              <a:rPr lang="ko-KR" altLang="en-US"/>
              <a:t>  </a:t>
            </a:r>
            <a:r>
              <a:rPr lang="en-US" altLang="ko-KR"/>
              <a:t>4</a:t>
            </a:r>
            <a:r>
              <a:rPr lang="ko-KR" altLang="en-US"/>
              <a:t>  </a:t>
            </a:r>
            <a:r>
              <a:rPr lang="en-US" altLang="ko-KR"/>
              <a:t>5</a:t>
            </a:r>
            <a:r>
              <a:rPr lang="ko-KR" altLang="en-US"/>
              <a:t>  </a:t>
            </a:r>
            <a:r>
              <a:rPr lang="en-US" altLang="ko-KR"/>
              <a:t>6</a:t>
            </a:r>
            <a:r>
              <a:rPr lang="ko-KR" altLang="en-US"/>
              <a:t>  </a:t>
            </a:r>
            <a:r>
              <a:rPr lang="en-US" altLang="ko-KR"/>
              <a:t>7</a:t>
            </a:r>
            <a:r>
              <a:rPr lang="ko-KR" altLang="en-US"/>
              <a:t>  </a:t>
            </a:r>
            <a:r>
              <a:rPr lang="en-US" altLang="ko-KR"/>
              <a:t>8</a:t>
            </a:r>
            <a:r>
              <a:rPr lang="ko-KR" altLang="en-US"/>
              <a:t>  </a:t>
            </a:r>
            <a:r>
              <a:rPr lang="en-US" altLang="ko-KR"/>
              <a:t>9</a:t>
            </a:r>
            <a:r>
              <a:rPr lang="ko-KR" altLang="en-US"/>
              <a:t>  </a:t>
            </a:r>
            <a:r>
              <a:rPr lang="en-US" altLang="ko-KR"/>
              <a:t>10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7971648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386</ep:Words>
  <ep:PresentationFormat>화면 슬라이드 쇼(4:3)</ep:PresentationFormat>
  <ep:Paragraphs>201</ep:Paragraphs>
  <ep:Slides>11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ep:HeadingPairs>
  <ep:TitlesOfParts>
    <vt:vector size="12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2026-01-04T03:14:02.799</dcterms:created>
  <dc:creator>wjdgk</dc:creator>
  <cp:lastModifiedBy>wjdgk</cp:lastModifiedBy>
  <dcterms:modified xsi:type="dcterms:W3CDTF">2026-01-08T08:42:10.558</dcterms:modified>
  <cp:revision>105</cp:revision>
  <cp:version>12.0.0.4426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